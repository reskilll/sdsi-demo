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Allbirds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Allbirds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63/100 (D)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224942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41 · 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Lighthouse mobile score 41; main content in 24.0s, blocking time 583 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477316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87 ·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 of 84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384048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70 · 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 accessibility rules failed (2 serious or critical).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3072384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56 · 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visual hierarchy (2/5).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528523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5285232"/>
            <a:ext cx="356616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12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65 · 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5596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structured data;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Blocking shipping modal hides the hero and primary content on first load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Hero headline and CTAs have weak contrast and are visually secondary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Main content takes 24.0s to appear on mobile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extra second of load time costs conversions; slow pages also rank lower in search.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Reduce unused JavaScript: about 2.8s to gain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Faster pages convert better and rank higher.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Buttons must have discernible text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Inaccessible sites exclude users, invite legal risk (ADA / EAA) and lose search visibility.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o23pc2ozwo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o23pc2ozwo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A11Y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70 → 96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87 → 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65 → 62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23544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56 → 60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Blocking shipping modal hides the hero and primary content on first load: Replace the modal with a dismissible top banner or a country suggestion inside the header. If a modal has to stay, preselect the country from geo-IP and show it only to visitors whose location differs from the store. Never block the hero for US visitors.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Hero headline and CTAs have weak contrast and are visually secondary: Add a dark gradient overlay or move the copy to a calmer area of the image. Make the headline larger and white with a heavier weight. Style the primary CTA as a solid, high-contrast button, such as white fill with dark text, and make the secondary CTA an outline. Increase the eyebrow size and weight.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Main content takes 24.0s to appear on mobile: Compress and preload the hero image, defer non-critical scripts, serve via a CDN.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Reduce unused JavaScript: about 2.8s to gain: Address "Reduce unused JavaScript".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4 weeks, 110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Performance engineering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41148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18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18288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Accessibility remediation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41148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18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48006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21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Structured data &amp; AI-search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6002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5669280"/>
            <a:ext cx="32004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5577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14 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6217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52160" y="6309360"/>
            <a:ext cx="2057400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6217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9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92/100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Vikram Das · Design Systems Engineer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design-systems, nextjs, responsive-ui · free from 2026-11-02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89%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80%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qa-testing, a11y · free from 2026-11-09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80%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Zoya Ali · Accessibility Specialist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a11y, qa-testing, responsive-ui · free from 2026-11-02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fit 78%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₹11,43,000 – ₹14,61,000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8250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2026-10-25T16:44:25Z</dcterms:created>
  <dcterms:modified xsi:type="dcterms:W3CDTF">2026-10-25T16:44:25Z</dcterms:modified>
</cp:coreProperties>
</file>