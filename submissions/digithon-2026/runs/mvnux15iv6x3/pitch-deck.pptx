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Example Domain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Example Domain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77/100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100 ·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Main content shows in 0.2s; 0.0 MB over 2 requests.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100 · 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 of 1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493776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90 · 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 accessibility rules failed (0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511296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64 ·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visual hierarchy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115214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21 · 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structured data; no llms.txt.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structured data for search and AI engines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AI assistants and rich results rely on structured data to name and recommend the brand.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main headline (h1)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Document should have one main landmark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should contain a level-one heading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No llms.txt guide for AI crawlers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 cheap, early signal that helps AI tools represent the brand accurately.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nux15iv6x3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nux15iv6x3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EE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90 → 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100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21 → 36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64 → 64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No structured data for search and AI engines: Add Organization, WebSite and Product/Service JSON-LD.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No main headline (h1): Use exactly one clear headline stating the value proposition.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Document should have one main landmark: Fix the flagged elements and add automated a11y checks to CI.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should contain a level-one heading: Fix the flagged elements and add automated a11y checks to CI.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2 weeks, 58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27432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12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9144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4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Structured data &amp; AI-search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3429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16002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143000" cy="27432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87/100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84%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78%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Kabir Singh · SEO / Schema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schema-seo, content-strategy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67%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EE"/>
                </a:solidFill>
              </a:rPr>
              <a:t>fit 65%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EE"/>
                </a:solidFill>
              </a:rPr>
              <a:t>₹5,85,000 – ₹7,47,000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8000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2026-10-25T13:22:01Z</dcterms:created>
  <dcterms:modified xsi:type="dcterms:W3CDTF">2026-10-25T13:22:01Z</dcterms:modified>
</cp:coreProperties>
</file>