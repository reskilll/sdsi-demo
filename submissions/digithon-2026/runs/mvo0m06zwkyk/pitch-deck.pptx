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 better Samsung India homepage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Audit, concept redesign and delivery plan for Samsung India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Prepared 2026-10-25 · Samsung digital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site today: 73/100 (C)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Measured on your live homepage, not a template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SPEED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81051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0" y="1810512"/>
            <a:ext cx="504748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0" y="1737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92 · 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Main content shows in 0.6s; 2.1 MB over 103 requests.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MOBILE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0" y="267919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0" y="2679192"/>
            <a:ext cx="4443984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606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81 · 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9900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19 of 268 tap targets are too small on mobile.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A11Y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0" y="354787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0" y="3547872"/>
            <a:ext cx="1920240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3474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35 · F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8587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5 accessibility rules failed (5 serious or critical).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UX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0" y="441655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4416552"/>
            <a:ext cx="3730752" cy="3108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4343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68 · 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4727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Weakest area: navigation (2/5).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212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GEO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0" y="528523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5285232"/>
            <a:ext cx="53218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5212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97 · 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" y="5596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Structured data found; llms.txt present.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costing you customers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Top fixes, ranked by severity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Certain ARIA roles must contain particular children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Inaccessible sites exclude users, invite legal risk (ADA / EAA) and lose search visibility.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Certain ARIA roles must be contained by particular parents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Inaccessible sites exclude users, invite legal risk (ADA / EAA) and lose search visibility.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Navigation has 8 items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Visitors decide in seconds; unclear hierarchy and actions send them to a competitor.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19 tap targets are too small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Mis-taps frustrate users right where you want them to act.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Text is too small to read comfortably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Unreadable copy means the message never lands.
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homepage, before and after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Concept built from your own brand colours, fonts and content</a:t>
            </a:r>
            <a:endParaRPr lang="en-US" sz="1500" dirty="0"/>
          </a:p>
        </p:txBody>
      </p:sp>
      <p:pic>
        <p:nvPicPr>
          <p:cNvPr id="5" name="Image 0" descr="/Users/manish/Development/Workspace/samsung/digithon-2026/runs/mvo0m06zwkyk/shot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394960" cy="3383280"/>
          </a:xfrm>
          <a:prstGeom prst="rect">
            <a:avLst/>
          </a:prstGeom>
        </p:spPr>
      </p:pic>
      <p:pic>
        <p:nvPicPr>
          <p:cNvPr id="6" name="Image 1" descr="/Users/manish/Development/Workspace/samsung/digithon-2026/runs/mvo0m06zwkyk/shot-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394960" cy="3383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5212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6B7280"/>
                </a:solidFill>
              </a:rPr>
              <a:t>BEFORE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217920" y="5212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EE"/>
                </a:solidFill>
              </a:rPr>
              <a:t>AFTER (concept)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changed, and the proof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Same inspectors, run on the new prototype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A11Y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35 → 98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56616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MOBILE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81 → 100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GEO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97 → 97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23544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UX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23544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68 → 68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10789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Certain ARIA roles must contain particular children: Fix the flagged elements and add automated a11y checks to CI.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Certain ARIA roles must be contained by particular parents: Fix the flagged elements and add automated a11y checks to CI.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Navigation has 8 items: Group into 5-7 top-level items with clear labels.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19 tap targets are too small: Make interactive elements at least 44x44px with spacing between them.
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3 weeks, 70 person-days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Effort by workstream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Homepage rebuild (design + front end)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0" y="1828800"/>
            <a:ext cx="34290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7" name="Text 5"/>
          <p:cNvSpPr/>
          <p:nvPr/>
        </p:nvSpPr>
        <p:spPr>
          <a:xfrm>
            <a:off x="937260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15 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Responsive &amp; mobile fixes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2468880"/>
            <a:ext cx="18288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8 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Accessibility remediation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0" y="3108960"/>
            <a:ext cx="64008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0" y="3017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28 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UX &amp; conversion redesign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3749040"/>
            <a:ext cx="9144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3657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4 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QA &amp; launch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52160" y="4389120"/>
            <a:ext cx="20574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19" name="Text 17"/>
          <p:cNvSpPr/>
          <p:nvPr/>
        </p:nvSpPr>
        <p:spPr>
          <a:xfrm>
            <a:off x="8001000" y="4297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9 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937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Delivery management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52160" y="5029200"/>
            <a:ext cx="13716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4937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6 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us: 93/100 organisation match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Named people, free to start soon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Aarav Mehta · Senior Frontend Engineer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6654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nextjs, responsive-ui · free from 2026-11-02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0" y="1737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93%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50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Dev Malhotra · Senior Frontend Engineer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7797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nextjs, responsive-ui · free from 2026-11-09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24505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93%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16382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Isha Patel · QA Automation Engineer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4930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qa-testing, a11y · free from 2026-11-09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31638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89%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87705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Vikram Das · Design Systems Engineer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design-systems, nextjs, responsive-ui · free from 2026-11-02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387705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89%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5902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Zoya Ali · Accessibility Specialist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9194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a11y, qa-testing, responsive-ui · free from 2026-11-02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45902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78%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Ananya Rao · UX Designer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63270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ux-design, design-systems · free from 2026-11-02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5303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78%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No skill gaps for this scope.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A range until discovery is complete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00EE"/>
                </a:solidFill>
              </a:rPr>
              <a:t>₹7,28,000 – ₹9,30,000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515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Homepage and key templates only; no new backend features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Client provides brand assets and timely feedback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Blended day rate 8250 with a 40% margin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Estimate is +/- range until discovery is complete
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30-minute walkthrough of the prototype with your team
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Discovery week to confirm scope and price
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Team starts 2026-11-02
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2026-10-25T16:01:26Z</dcterms:created>
  <dcterms:modified xsi:type="dcterms:W3CDTF">2026-10-25T16:01:26Z</dcterms:modified>
</cp:coreProperties>
</file>