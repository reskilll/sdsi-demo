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 better Samsung India homepage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Audit, concept redesign and delivery plan for Samsung India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Prepared 2026-10-25 · Samsung digital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today: 73/100 (C)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Measured on your live homepage, not a template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SPEED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81051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1810512"/>
            <a:ext cx="4992624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91 · 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Main content shows in 1.0s; 2.1 MB over 111 requests.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267919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679192"/>
            <a:ext cx="4443984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606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81 · 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19 of 268 tap targets are too small on mobile.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354787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3547872"/>
            <a:ext cx="1920240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35 · 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858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5 accessibility rules failed (5 serious or critical).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0" y="441655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416552"/>
            <a:ext cx="3730752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343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68 · 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Weakest area: navigation (2/5).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0" y="528523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5285232"/>
            <a:ext cx="53218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97 · 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5596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Structured data found; llms.txt present.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costing you customers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Top fixes, ranked by severity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Certain ARIA roles must contain particular children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Certain ARIA roles must be contained by particular parents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Navigation has 8 items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Visitors decide in seconds; unclear hierarchy and actions send them to a competitor.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19 tap targets are too small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Mis-taps frustrate users right where you want them to act.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Text is too small to read comfortably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Unreadable copy means the message never lands.
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homepage, before and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Concept built from your own brand colours, fonts and content</a:t>
            </a:r>
            <a:endParaRPr lang="en-US" sz="1500" dirty="0"/>
          </a:p>
        </p:txBody>
      </p:sp>
      <p:pic>
        <p:nvPicPr>
          <p:cNvPr id="5" name="Image 0" descr="/Users/manish/Development/Workspace/samsung/digithon-2026/runs/mvnuzx2s16ak/shot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94960" cy="3383280"/>
          </a:xfrm>
          <a:prstGeom prst="rect">
            <a:avLst/>
          </a:prstGeom>
        </p:spPr>
      </p:pic>
      <p:pic>
        <p:nvPicPr>
          <p:cNvPr id="6" name="Image 1" descr="/Users/manish/Development/Workspace/samsung/digithon-2026/runs/mvnuzx2s16ak/shot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9496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B7280"/>
                </a:solidFill>
              </a:rPr>
              <a:t>BEFORE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792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EE"/>
                </a:solidFill>
              </a:rPr>
              <a:t>AFTER (concept)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the proof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Same inspectors, run on the new prototype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35 → 98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81 → 100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97 → 97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2354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23544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68 → 68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10789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Certain ARIA roles must contain particular children: Fix the flagged elements and add automated a11y checks to CI.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Certain ARIA roles must be contained by particular parents: Fix the flagged elements and add automated a11y checks to CI.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Navigation has 8 items: Group into 5-7 top-level items with clear labels.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19 tap targets are too small: Make interactive elements at least 44x44px with spacing between them.
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3 weeks, 70 person-days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Effort by workstream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Homepage rebuild (design + front 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828800"/>
            <a:ext cx="34290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7" name="Text 5"/>
          <p:cNvSpPr/>
          <p:nvPr/>
        </p:nvSpPr>
        <p:spPr>
          <a:xfrm>
            <a:off x="93726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15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Responsive &amp; mobile fixes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468880"/>
            <a:ext cx="18288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8 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Accessibility remediation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3108960"/>
            <a:ext cx="64008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28 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UX &amp; conversion redesign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749040"/>
            <a:ext cx="9144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4 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QA &amp; launch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4389120"/>
            <a:ext cx="20574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9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Delivery management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5029200"/>
            <a:ext cx="13716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4937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6 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us: 93/100 organisation match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Named people, free to start soon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Aarav Mehta · Senior Frontend Engineer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 · free from 2026-11-02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93%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Dev Malhotra · Senior Frontend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797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 · free from 2026-11-09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93%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Isha Patel · QA Automation Engineer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qa-testing, a11y · free from 2026-11-09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1638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89%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770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Vikram Das · Design Systems Engineer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design-systems, nextjs, responsive-ui · free from 2026-11-02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8770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89%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Zoya Ali · Accessibility Specialist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194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a11y, qa-testing, responsive-ui · free from 2026-11-02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590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78%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Ananya Rao · UX Designer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6327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ux-design, design-systems · free from 2026-11-02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78%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skill gaps for this scope.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 range until discovery is complete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00EE"/>
                </a:solidFill>
              </a:rPr>
              <a:t>₹7,28,000 – ₹9,30,000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Homepage and key templates only; no new backend features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Client provides brand assets and timely feedback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Blended day rate 8250 with a 40% margin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Estimate is +/- range until discovery is complete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30-minute walkthrough of the prototype with your team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Discovery week to confirm scope and price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Team starts 2026-11-02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2026-10-25T13:24:18Z</dcterms:created>
  <dcterms:modified xsi:type="dcterms:W3CDTF">2026-10-25T13:24:18Z</dcterms:modified>
</cp:coreProperties>
</file>