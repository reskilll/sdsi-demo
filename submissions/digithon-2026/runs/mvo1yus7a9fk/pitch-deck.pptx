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CE9E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 better Allbirds homepage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Audit, concept redesign and delivery plan for Allbirds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Prepared 2026-10-25 · Samsung digital 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CE9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site today: 63/100 (D)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Measured on your live homepage, not a template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SPEED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181051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0" y="1810512"/>
            <a:ext cx="2084832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0" y="1737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38 · 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214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Lighthouse mobile score 38; main content in 21.3s, blocking time 738 ms.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MOBILE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0" y="267919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0" y="2679192"/>
            <a:ext cx="477316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2606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87 · 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9900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12 of 84 tap targets are too small on mobile.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A11Y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0" y="354787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0" y="3547872"/>
            <a:ext cx="3840480" cy="31089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34747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70 · 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8587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3 accessibility rules failed (2 serious or critical).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343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UX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0" y="441655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0" y="4416552"/>
            <a:ext cx="3072384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4343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56 · 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4727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Weakest area: visual hierarchy (2/5).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212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GEO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43200" y="528523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0" y="5285232"/>
            <a:ext cx="3566160" cy="31089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5212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65 · C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" y="5596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No structured data; llms.txt present.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CE9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costing you customers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Top fixes, ranked by severity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Blocking shipping modal hides the hero and the page's primary message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Visitors decide in seconds; unclear hierarchy and actions send them to a competitor.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Hero headline and CTAs have low contrast and low prominence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Visitors decide in seconds; unclear hierarchy and actions send them to a competitor.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Main content takes 21.3s to appear on mobile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Every extra second of load time costs conversions; slow pages also rank lower in search.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Page is unresponsive for 0.7s while loading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Taps and scrolls feel broken while scripts run, so visitors leave before they act.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Buttons must have discernible text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Inaccessible sites exclude users, invite legal risk (ADA / EAA) and lose search visibility.
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CE9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homepage, before and after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Concept built from your own brand colours, fonts and content</a:t>
            </a:r>
            <a:endParaRPr lang="en-US" sz="1500" dirty="0"/>
          </a:p>
        </p:txBody>
      </p:sp>
      <p:pic>
        <p:nvPicPr>
          <p:cNvPr id="5" name="Image 0" descr="/Users/manish/Development/Workspace/samsung/digithon-2026/runs/mvo1yus7a9fk/shot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394960" cy="3383280"/>
          </a:xfrm>
          <a:prstGeom prst="rect">
            <a:avLst/>
          </a:prstGeom>
        </p:spPr>
      </p:pic>
      <p:pic>
        <p:nvPicPr>
          <p:cNvPr id="6" name="Image 1" descr="/Users/manish/Development/Workspace/samsung/digithon-2026/runs/mvo1yus7a9fk/shot-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394960" cy="3383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5212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6B7280"/>
                </a:solidFill>
              </a:rPr>
              <a:t>BEFORE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217920" y="5212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ECE9E2"/>
                </a:solidFill>
              </a:rPr>
              <a:t>AFTER (concept)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CE9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changed, and the proof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Same inspectors, run on the new prototype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A11Y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70 → 83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56616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MOBILE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87 → 100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GEO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</a:rPr>
              <a:t>65 → 62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23544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UX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23544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56 → 60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31520" y="3840480"/>
            <a:ext cx="10789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Blocking shipping modal hides the hero and the page's primary message: Replace the modal with a non-blocking banner or a geo-detected default (e.g. 'Shipping to United States – change'). If a modal is kept, show it only when the detected country differs from the site's, and make it easy to dismiss.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Hero headline and CTAs have low contrast and low prominence: Add a scrim or move the text to a plain area. Use a larger white or dark headline with a solid high-contrast primary button (e.g. black 'Shop Men' and 'Shop Women'). Limit hero CTAs to one or two.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Main content takes 21.3s to appear on mobile: Compress and preload the hero image, defer non-critical scripts, serve via a CDN.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Page is unresponsive for 0.7s while loading: Split and defer JavaScript, remove unused third-party scripts.
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CE9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4 weeks, 119 person-days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Effort by workstream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Homepage rebuild (design + front end)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0" y="1828800"/>
            <a:ext cx="3429000" cy="274320"/>
          </a:xfrm>
          <a:prstGeom prst="rect">
            <a:avLst/>
          </a:prstGeom>
          <a:solidFill>
            <a:srgbClr val="ECE9E2"/>
          </a:solidFill>
          <a:ln/>
        </p:spPr>
      </p:sp>
      <p:sp>
        <p:nvSpPr>
          <p:cNvPr id="7" name="Text 5"/>
          <p:cNvSpPr/>
          <p:nvPr/>
        </p:nvSpPr>
        <p:spPr>
          <a:xfrm>
            <a:off x="937260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15 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Performance engineering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2468880"/>
            <a:ext cx="5715000" cy="274320"/>
          </a:xfrm>
          <a:prstGeom prst="rect">
            <a:avLst/>
          </a:prstGeom>
          <a:solidFill>
            <a:srgbClr val="ECE9E2"/>
          </a:solidFill>
          <a:ln/>
        </p:spPr>
      </p:sp>
      <p:sp>
        <p:nvSpPr>
          <p:cNvPr id="10" name="Text 8"/>
          <p:cNvSpPr/>
          <p:nvPr/>
        </p:nvSpPr>
        <p:spPr>
          <a:xfrm>
            <a:off x="1165860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25 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Responsive &amp; mobile fixes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52160" y="3108960"/>
            <a:ext cx="1828800" cy="274320"/>
          </a:xfrm>
          <a:prstGeom prst="rect">
            <a:avLst/>
          </a:prstGeom>
          <a:solidFill>
            <a:srgbClr val="ECE9E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0" y="3017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8 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Accessibility remediation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0" y="3749040"/>
            <a:ext cx="4114800" cy="274320"/>
          </a:xfrm>
          <a:prstGeom prst="rect">
            <a:avLst/>
          </a:prstGeom>
          <a:solidFill>
            <a:srgbClr val="ECE9E2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0" y="3657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18 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UX &amp; conversion redesign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52160" y="4389120"/>
            <a:ext cx="4800600" cy="274320"/>
          </a:xfrm>
          <a:prstGeom prst="rect">
            <a:avLst/>
          </a:prstGeom>
          <a:solidFill>
            <a:srgbClr val="ECE9E2"/>
          </a:solidFill>
          <a:ln/>
        </p:spPr>
      </p:sp>
      <p:sp>
        <p:nvSpPr>
          <p:cNvPr id="19" name="Text 17"/>
          <p:cNvSpPr/>
          <p:nvPr/>
        </p:nvSpPr>
        <p:spPr>
          <a:xfrm>
            <a:off x="10744200" y="4297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21 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937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Structured data &amp; AI-search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52160" y="5029200"/>
            <a:ext cx="1600200" cy="274320"/>
          </a:xfrm>
          <a:prstGeom prst="rect">
            <a:avLst/>
          </a:prstGeom>
          <a:solidFill>
            <a:srgbClr val="ECE9E2"/>
          </a:solidFill>
          <a:ln/>
        </p:spPr>
      </p:sp>
      <p:sp>
        <p:nvSpPr>
          <p:cNvPr id="22" name="Text 20"/>
          <p:cNvSpPr/>
          <p:nvPr/>
        </p:nvSpPr>
        <p:spPr>
          <a:xfrm>
            <a:off x="7543800" y="4937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7 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5577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QA &amp; launch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852160" y="5669280"/>
            <a:ext cx="3429000" cy="274320"/>
          </a:xfrm>
          <a:prstGeom prst="rect">
            <a:avLst/>
          </a:prstGeom>
          <a:solidFill>
            <a:srgbClr val="ECE9E2"/>
          </a:solidFill>
          <a:ln/>
        </p:spPr>
      </p:sp>
      <p:sp>
        <p:nvSpPr>
          <p:cNvPr id="25" name="Text 23"/>
          <p:cNvSpPr/>
          <p:nvPr/>
        </p:nvSpPr>
        <p:spPr>
          <a:xfrm>
            <a:off x="9372600" y="5577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15 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6217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Delivery management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852160" y="6309360"/>
            <a:ext cx="2286000" cy="274320"/>
          </a:xfrm>
          <a:prstGeom prst="rect">
            <a:avLst/>
          </a:prstGeom>
          <a:solidFill>
            <a:srgbClr val="ECE9E2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6217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10 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CE9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us: 92/100 organisation match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Named people, free to start soon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Aarav Mehta · Senior Frontend Engineer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6654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nextjs, responsive-ui, web-performance · free from 2026-11-02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0" y="1737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9E2"/>
                </a:solidFill>
              </a:rPr>
              <a:t>fit 100%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4505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Dev Malhotra · Senior Frontend Engineer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7797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nextjs, responsive-ui, web-performance · free from 2026-11-09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245059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9E2"/>
                </a:solidFill>
              </a:rPr>
              <a:t>fit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16382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Vikram Das · Design Systems Engineer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49300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design-systems, nextjs, responsive-ui · free from 2026-11-02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316382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9E2"/>
                </a:solidFill>
              </a:rPr>
              <a:t>fit 89%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87705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Ananya Rao · UX Designer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206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ux-design, design-systems · free from 2026-11-02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387705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9E2"/>
                </a:solidFill>
              </a:rPr>
              <a:t>fit 79%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5902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Isha Patel · QA Automation Engineer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91947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qa-testing, a11y · free from 2026-11-09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45902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9E2"/>
                </a:solidFill>
              </a:rPr>
              <a:t>fit 79%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303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Zoya Ali · Accessibility Specialist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63270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a11y, qa-testing, responsive-ui · free from 2026-11-02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5303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9E2"/>
                </a:solidFill>
              </a:rPr>
              <a:t>fit 78%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No skill gaps for this scope.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CE9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A range until discovery is complete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CE9E2"/>
                </a:solidFill>
              </a:rPr>
              <a:t>₹12,37,000 – ₹15,81,000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515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Homepage and key templates only; no new backend features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Client provides brand assets and timely feedback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Blended day rate 8250 with a 40% margin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Estimate is +/- range until discovery is complete
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CE9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11827"/>
                </a:solidFill>
              </a:rPr>
              <a:t>30-minute walkthrough of the prototype with your team
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11827"/>
                </a:solidFill>
              </a:rPr>
              <a:t>Discovery week to confirm scope and price
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11827"/>
                </a:solidFill>
              </a:rPr>
              <a:t>Team starts 2026-11-02
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2026-10-25T16:42:29Z</dcterms:created>
  <dcterms:modified xsi:type="dcterms:W3CDTF">2026-10-25T16:42:29Z</dcterms:modified>
</cp:coreProperties>
</file>