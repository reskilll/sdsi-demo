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Samsung India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Samsung India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60/100 (D)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1536192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28 · 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Lighthouse mobile score 28; main content in 6.7s, blocking time 1105 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4443984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81 ·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19 of 268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192024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35 · 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 accessibility rules failed (5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730752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68 · 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navigation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53218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97 · 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Structured data found; llms.txt present.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Main content takes 6.7s to appear on mobile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extra second of load time costs conversions; slow pages also rank lower in search.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Page is unresponsive for 1.1s while loading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Taps and scrolls feel broken while scripts run, so visitors leave before they act.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Certain ARIA roles must contain particular children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Certain ARIA roles must be contained by particular parents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Navigation has 8 items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o02lq8hqdx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o02lq8hqdx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EE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35 → 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81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97 → 97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68 → 68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Main content takes 6.7s to appear on mobile: Compress and preload the hero image, defer non-critical scripts, serve via a CDN.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Page is unresponsive for 1.1s while loading: Split and defer JavaScript, remove unused third-party scripts.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Certain ARIA roles must contain particular children: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Certain ARIA roles must be contained by particular parents: Fix the flagged elements and add automated a11y checks to CI.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4 weeks, 103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Performance engineering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59436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26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Responsive &amp; mobile fixes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1828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6400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28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914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29718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22" name="Text 20"/>
          <p:cNvSpPr/>
          <p:nvPr/>
        </p:nvSpPr>
        <p:spPr>
          <a:xfrm>
            <a:off x="89154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13 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0" y="5669280"/>
            <a:ext cx="2057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5577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9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95/100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83%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Karan Shah · Performance Engineer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web-performance, nextjs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83%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71%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EE"/>
                </a:solidFill>
              </a:rPr>
              <a:t>₹10,82,000 – ₹13,82,000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8333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2026-10-25T15:46:44Z</dcterms:created>
  <dcterms:modified xsi:type="dcterms:W3CDTF">2026-10-25T15:46:44Z</dcterms:modified>
</cp:coreProperties>
</file>