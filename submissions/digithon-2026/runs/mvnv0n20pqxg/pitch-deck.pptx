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Samsung India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Samsung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74/100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5157216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94 ·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Main content shows in 0.4s; 2.1 MB over 90 requests.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443984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81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19 of 268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19202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35 · 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 accessibility rules failed (5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730752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68 · 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navigation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53218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97 · 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data found;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contain particular children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be contained by particular parents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Navigation has 8 items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19 tap targets are too small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Mis-taps frustrate users right where you want them to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Text is too small to read comfortably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Unreadable copy means the message never lands.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nv0n20pqxg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nv0n20pqxg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35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81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97 → 97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68 → 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contain particular children: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be contained by particular parents: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Navigation has 8 items: Group into 5-7 top-level items with clear labels.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19 tap targets are too small: Make interactive elements at least 44x44px with spacing between them.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 weeks, 70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1828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6400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2057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3716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6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93/100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₹7,28,000 – ₹9,30,000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2026-10-25T13:24:50Z</dcterms:created>
  <dcterms:modified xsi:type="dcterms:W3CDTF">2026-10-25T13:24:50Z</dcterms:modified>
</cp:coreProperties>
</file>