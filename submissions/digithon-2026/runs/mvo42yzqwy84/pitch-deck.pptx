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Allbirds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Allbirds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64/100 (D)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219456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40 · 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Lighthouse mobile score 40; main content in 16.9s, blocking time 703 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477316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87 ·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 of 84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384048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70 · 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 accessibility rules failed (2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2918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60 · 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cta clarity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340156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62 · 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structured data;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Main content takes 16.9s to appear on mobile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extra second of load time costs conversions; slow pages also rank lower in search.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Page is unresponsive for 0.7s while loading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Taps and scrolls feel broken while scripts run, so visitors leave before they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Buttons must have discernible text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Select element must have an accessible name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 structured data for search and AI engines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AI assistants and rich results rely on structured data to name and recommend the brand.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o42yzqwy84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o42yzqwy84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70 → 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87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60 → 60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Main content takes 16.9s to appear on mobile: Compress and preload the hero image, defer non-critical scripts, serve via a CDN.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Page is unresponsive for 0.7s while loading: Split and defer JavaScript, remove unused third-party scripts.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Buttons must have discernible text: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Select element must have an accessible name: Fix the flagged elements and add automated a11y checks to CI.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4 weeks, 97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Performance engineering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48006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07442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21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18288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41148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18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18288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Structured data &amp; AI-search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6002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5669280"/>
            <a:ext cx="27432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5577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12 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6217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52160" y="6309360"/>
            <a:ext cx="18288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88/100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93%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93%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Vikram Das · Design Systems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design-systems, nextjs, responsive-ui · free from 2026-11-02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82%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72%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72%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71%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Gaps we will cover with partners: Shopify / commerce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₹10,08,000 – ₹12,88,000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8250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2026-10-25T17:38:58Z</dcterms:created>
  <dcterms:modified xsi:type="dcterms:W3CDTF">2026-10-25T17:38:58Z</dcterms:modified>
</cp:coreProperties>
</file>