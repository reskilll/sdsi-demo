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 better Stripe homepage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Audit, concept redesign and delivery plan for Stripe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Prepared 2026-10-25 · Samsung digital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today: 69/100 (C)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Measured on your live homepage, not a template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SPEED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81051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1810512"/>
            <a:ext cx="2359152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43 · 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Lighthouse mobile score 43; main content in 4.7s, blocking time 1310 ms.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267919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79192"/>
            <a:ext cx="384048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606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70 · 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103 of 180 tap targets are too small on mobile.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0" y="354787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547872"/>
            <a:ext cx="4169664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76 · 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858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Weakest area: cta clarity (3/5).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GEO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16552"/>
            <a:ext cx="5486400" cy="31089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416552"/>
            <a:ext cx="493776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90 · 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27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Structured data found; llms.txt present.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costing you customers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Top fixes, ranked by severity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Main content takes 4.7s to appear on mobile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Every extra second of load time costs conversions; slow pages also rank lower in search.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Page is unresponsive for 1.3s while loading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Taps and scrolls feel broken while scripts run, so visitors leave before they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103 tap targets are too small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Mis-taps frustrate users right where you want them to act.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Headline text collides with the colorful gradient artwork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Primary CTA competes with header CTAs and is vague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Visitors decide in seconds; unclear hierarchy and actions send them to a competitor.
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homepage, before and after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Concept built from your own brand colours, fonts and content</a:t>
            </a:r>
            <a:endParaRPr lang="en-US" sz="1500" dirty="0"/>
          </a:p>
        </p:txBody>
      </p:sp>
      <p:pic>
        <p:nvPicPr>
          <p:cNvPr id="5" name="Image 0" descr="/Users/manish/Development/Workspace/samsung/digithon-2026/runs/mvo2638uynvm/shot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94960" cy="3383280"/>
          </a:xfrm>
          <a:prstGeom prst="rect">
            <a:avLst/>
          </a:prstGeom>
        </p:spPr>
      </p:pic>
      <p:pic>
        <p:nvPicPr>
          <p:cNvPr id="6" name="Image 1" descr="/Users/manish/Development/Workspace/samsung/digithon-2026/runs/mvo2638uynvm/shot-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394960" cy="3383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6B7280"/>
                </a:solidFill>
              </a:rPr>
              <a:t>BEFORE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217920" y="5212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533AFD"/>
                </a:solidFill>
              </a:rPr>
              <a:t>AFTER (concept)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changed, and the proof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Same inspectors, run on the new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MOBILE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70 → 100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</a:rPr>
              <a:t>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76 → 76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0789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Main content takes 4.7s to appear on mobile: Compress and preload the hero image, defer non-critical scripts, serve via a CDN.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Page is unresponsive for 1.3s while loading: Split and defer JavaScript, remove unused third-party scripts.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103 tap targets are too small: Make interactive elements at least 44x44px with spacing between them.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Headline text collides with the colorful gradient artwork: Shift the ribbon artwork right or lower, or keep the text column clear of it. Alternatively, add a white-to-transparent gradient behind the text, or keep the headline text colors consistent and high-contrast.
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3 weeks, 61 person-days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Effort by workstream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Homepage rebuild (design + front 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828800"/>
            <a:ext cx="34290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7" name="Text 5"/>
          <p:cNvSpPr/>
          <p:nvPr/>
        </p:nvSpPr>
        <p:spPr>
          <a:xfrm>
            <a:off x="93726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15 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Performance engineering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2468880"/>
            <a:ext cx="32004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14 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Responsive &amp; mobile fixes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3108960"/>
            <a:ext cx="16002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30175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7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UX &amp; conversion redesign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749040"/>
            <a:ext cx="27432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3657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12 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QA &amp; launch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4389120"/>
            <a:ext cx="18288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8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937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Delivery management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5029200"/>
            <a:ext cx="1143000" cy="27432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4937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5 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us: 96/100 organisation match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Named people, free to start soon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Aarav Mehta · Senior Frontend Engineer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66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100%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50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Dev Malhotra · Senior Frontend Engineer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797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responsive-ui, web-performance · free from 2026-11-09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45059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16382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Ananya Rao · UX Designer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ux-design, design-systems · free from 2026-11-02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1638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89%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Vikram Das · Design Systems Engineer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design-systems, nextjs, responsive-ui · free from 2026-11-02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8770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89%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90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Diya Nair · Frontend Engineer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9194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nextjs, responsive-ui · free from 2026-11-02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590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73%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Isha Patel · QA Automation Engineer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3270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qa-testing · free from 2026-11-09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5303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3AFD"/>
                </a:solidFill>
              </a:rPr>
              <a:t>fit 56%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No skill gaps for this scope.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A range until discovery is complete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33AFD"/>
                </a:solidFill>
              </a:rPr>
              <a:t>₹6,21,000 – ₹7,94,000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Homepage and key templates only; no new backend features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Client provides brand assets and timely feedback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Blended day rate 8083 with a 40% margin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Estimate is +/- range until discovery is complete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33AF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30-minute walkthrough of the prototype with your team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Discovery week to confirm scope and price
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11827"/>
                </a:solidFill>
              </a:rPr>
              <a:t>Team starts 2026-11-02
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2026-10-25T16:46:44Z</dcterms:created>
  <dcterms:modified xsi:type="dcterms:W3CDTF">2026-10-25T16:46:44Z</dcterms:modified>
</cp:coreProperties>
</file>